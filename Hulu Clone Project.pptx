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8" autoAdjust="0"/>
    <p:restoredTop sz="94660"/>
  </p:normalViewPr>
  <p:slideViewPr>
    <p:cSldViewPr snapToGrid="0">
      <p:cViewPr varScale="1">
        <p:scale>
          <a:sx n="40" d="100"/>
          <a:sy n="40" d="100"/>
        </p:scale>
        <p:origin x="3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28-Apr-26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7E0E-31A7-4C04-9BB4-4D5FF9D8A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Hulu Clone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57784-E600-4E9D-9C2A-7583758879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Cyril Rollins</a:t>
            </a:r>
          </a:p>
        </p:txBody>
      </p:sp>
    </p:spTree>
    <p:extLst>
      <p:ext uri="{BB962C8B-B14F-4D97-AF65-F5344CB8AC3E}">
        <p14:creationId xmlns:p14="http://schemas.microsoft.com/office/powerpoint/2010/main" val="973236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5A164-3B50-4FA0-9FF0-4A1D85CCF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FF36D-6869-413E-99DD-D9348D53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is a web-based video streaming application inspired by Hulu. </a:t>
            </a:r>
          </a:p>
          <a:p>
            <a:r>
              <a:rPr lang="en-US" dirty="0"/>
              <a:t>It allows users to browse, watch and manage video content while demonstrating full-stack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140661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E952-01C3-4D93-B0E7-1484D191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7CEC-88BB-4ABC-8D03-156888D67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design and build a scalable streaming platform that showcases backend development, database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68282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69B61-AADC-432A-ACF1-DAC5D438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ACECA-AEE6-4E9A-9ECA-23A45B0D8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registration and login</a:t>
            </a:r>
          </a:p>
          <a:p>
            <a:r>
              <a:rPr lang="en-US" dirty="0"/>
              <a:t>Browse videos by category</a:t>
            </a:r>
          </a:p>
          <a:p>
            <a:r>
              <a:rPr lang="en-US" dirty="0"/>
              <a:t>Watch videos</a:t>
            </a:r>
          </a:p>
          <a:p>
            <a:r>
              <a:rPr lang="en-US" dirty="0"/>
              <a:t>Add and remove videos from watchlist</a:t>
            </a:r>
          </a:p>
        </p:txBody>
      </p:sp>
    </p:spTree>
    <p:extLst>
      <p:ext uri="{BB962C8B-B14F-4D97-AF65-F5344CB8AC3E}">
        <p14:creationId xmlns:p14="http://schemas.microsoft.com/office/powerpoint/2010/main" val="347617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95D3-4CB7-4B8D-8A8F-F14CD860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F8864-D802-42A0-85CA-038099EA0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Backend: </a:t>
            </a:r>
            <a:r>
              <a:rPr lang="en-US" dirty="0"/>
              <a:t>Node.js </a:t>
            </a:r>
          </a:p>
          <a:p>
            <a:r>
              <a:rPr lang="en-US" b="1" dirty="0" err="1"/>
              <a:t>Frontend:</a:t>
            </a:r>
            <a:r>
              <a:rPr lang="en-US" dirty="0" err="1"/>
              <a:t>HTML</a:t>
            </a:r>
            <a:r>
              <a:rPr lang="en-US" dirty="0"/>
              <a:t>, CSS, JavaScript </a:t>
            </a:r>
          </a:p>
          <a:p>
            <a:r>
              <a:rPr lang="en-US" b="1" dirty="0" err="1"/>
              <a:t>Database:</a:t>
            </a:r>
            <a:r>
              <a:rPr lang="en-US" dirty="0" err="1"/>
              <a:t>PostgreSQL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1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F65A-E422-446A-A271-4A35C18D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41A3C-F627-4B0D-8B75-37B0654F9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entities:</a:t>
            </a:r>
          </a:p>
          <a:p>
            <a:r>
              <a:rPr lang="en-US" dirty="0"/>
              <a:t>User</a:t>
            </a:r>
          </a:p>
          <a:p>
            <a:r>
              <a:rPr lang="en-US" dirty="0"/>
              <a:t>Video</a:t>
            </a:r>
          </a:p>
          <a:p>
            <a:r>
              <a:rPr lang="en-US" dirty="0"/>
              <a:t>Category</a:t>
            </a:r>
          </a:p>
          <a:p>
            <a:r>
              <a:rPr lang="en-US" dirty="0"/>
              <a:t>Watch History</a:t>
            </a:r>
          </a:p>
          <a:p>
            <a:r>
              <a:rPr lang="en-US" dirty="0"/>
              <a:t>Watchlist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55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2BB5-8B7B-4A82-9F02-8691884F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DDC019-B827-4036-9FF1-205020FBA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013" y="1724026"/>
            <a:ext cx="8136087" cy="4374356"/>
          </a:xfrm>
        </p:spPr>
      </p:pic>
    </p:spTree>
    <p:extLst>
      <p:ext uri="{BB962C8B-B14F-4D97-AF65-F5344CB8AC3E}">
        <p14:creationId xmlns:p14="http://schemas.microsoft.com/office/powerpoint/2010/main" val="309553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5F0E3-B258-46DC-93F4-5EF3BBEB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A5DFF-00BC-40E9-BC43-46E4C9A68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user has many watch history records</a:t>
            </a:r>
          </a:p>
          <a:p>
            <a:r>
              <a:rPr lang="en-US" dirty="0"/>
              <a:t>One user has many watchlist items</a:t>
            </a:r>
          </a:p>
          <a:p>
            <a:r>
              <a:rPr lang="en-US" dirty="0"/>
              <a:t>Videos can be stores in many categories (many-to-many)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981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E195-6243-4AB1-A645-197CFF83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38EE-B1F1-4A44-9E18-3EEBB1444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the ability to design a web application by combining a structed database and functional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5658085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415</TotalTime>
  <Words>143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Hulu Clone Project</vt:lpstr>
      <vt:lpstr>Project Overview</vt:lpstr>
      <vt:lpstr>Purpose</vt:lpstr>
      <vt:lpstr>Core Features</vt:lpstr>
      <vt:lpstr>Technology Stack</vt:lpstr>
      <vt:lpstr>Database Schema</vt:lpstr>
      <vt:lpstr>Entity Diagram</vt:lpstr>
      <vt:lpstr>Relationships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Hulu Clone Project</dc:title>
  <dc:creator>Pious</dc:creator>
  <cp:lastModifiedBy>Pious</cp:lastModifiedBy>
  <cp:revision>8</cp:revision>
  <dcterms:created xsi:type="dcterms:W3CDTF">2026-04-28T08:27:43Z</dcterms:created>
  <dcterms:modified xsi:type="dcterms:W3CDTF">2026-04-28T15:22:49Z</dcterms:modified>
</cp:coreProperties>
</file>